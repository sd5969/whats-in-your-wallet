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868680"/>
            <a:ext cx="10515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371600"/>
            <a:ext cx="9692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C0C0C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Vibecoding in Practice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1234440" y="292608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</a:rPr>
              <a:t>Faster software creation, higher governance stakes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234440" y="3840480"/>
            <a:ext cx="2926080" cy="9144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Vibecoding Changed What I Can Build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Vibecoding turned a structured logic problem into working software, fast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materially different from brainstorming in ChatGPT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Extrapolation: many software ideas that were too slow to build are now viable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Vibecoding lowers the activation energy of software creation.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and the Product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Rewards program changes made my wallet strategy obsolete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built a tool to test card portfolio setups and spend-routing scenarios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stores inputs locally so users can iterate and compare over time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link: `https://lnkd.in/ew2dtgms`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for bugs: `https://lnkd.in/ejAyzACp`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498080" y="1097280"/>
            <a:ext cx="402336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pic>
        <p:nvPicPr>
          <p:cNvPr id="10" name="Image 0" descr="/Users/sdutta406/Repositories/whats-in-your-wallet/slides/assets/demo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25880"/>
            <a:ext cx="3749040" cy="46634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user pain can now be translated into software in a single session.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Proof That This Is Real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working application: 10 minutes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build estimate for similar outcome: 40+ hours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total to solid state: ~8 hours with intermittent refinement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 from using the app: $300+ annual wallet upside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Time-to-value compression is real for both builders and end users.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Vibecoding Breaks Down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 code and legacy artifacts accumulate quickly (e.g., vestigial Mongo code)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implementation paths often need to be blocked or rewritten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loops can waste time and increase technical debt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 responsiveness and visualization quality still required manual takeover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code is fast code, not automatically good code.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Guardrails Are Non-Negotiable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and repository hygiene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API hardening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availability and reliability controls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model: free-form for POCs, structured step-by-step for production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scales only when governance scales with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Implications for PE Tech Strategy Teams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AI code quality explicitly, not just output velocity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productivity gains are real and should be quantified in value-creation plans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workflows can push delivery toward semi-autonomous execution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diligence, assess AI velocity and software governance together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diligence question is not "Is AI used?" but "Is it governed?"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548640"/>
            <a:ext cx="3840480" cy="3840480"/>
          </a:xfrm>
          <a:prstGeom prst="ellipse">
            <a:avLst/>
          </a:prstGeom>
          <a:solidFill>
            <a:srgbClr val="D06965">
              <a:alpha val="35000"/>
            </a:srgbClr>
          </a:solidFill>
          <a:ln w="12700">
            <a:solidFill>
              <a:srgbClr val="D069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663440"/>
            <a:ext cx="4206240" cy="4206240"/>
          </a:xfrm>
          <a:prstGeom prst="ellipse">
            <a:avLst/>
          </a:prstGeom>
          <a:solidFill>
            <a:srgbClr val="962D27">
              <a:alpha val="22000"/>
            </a:srgbClr>
          </a:solidFill>
          <a:ln w="12700">
            <a:solidFill>
              <a:srgbClr val="962D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0C0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Disclaimer and Call to Action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1097280"/>
            <a:ext cx="640080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46304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itself was vibecoded, then edited and quality-controlled by me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pattern applies to delivery: rapid generation plus disciplined review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not need to be a traditional engineer to start learning this workflow</a:t>
            </a:r>
            <a:endParaRPr lang="en-US" sz="18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ask: test Codex, Claude, or GitHub Copilot today and bring one client-relevant insight back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70201D"/>
          </a:solidFill>
          <a:ln w="12700">
            <a:solidFill>
              <a:srgbClr val="7020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632764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using it now, but operate it like a professional software team.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Codex</dc:creator>
  <cp:lastModifiedBy>Codex</cp:lastModifiedBy>
  <cp:revision>1</cp:revision>
  <dcterms:created xsi:type="dcterms:W3CDTF">2026-02-17T04:26:37Z</dcterms:created>
  <dcterms:modified xsi:type="dcterms:W3CDTF">2026-02-17T04:26:37Z</dcterms:modified>
</cp:coreProperties>
</file>