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 w="12700">
            <a:solidFill>
              <a:srgbClr val="F5F5F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412480" y="-548640"/>
            <a:ext cx="3840480" cy="3840480"/>
          </a:xfrm>
          <a:prstGeom prst="ellipse">
            <a:avLst/>
          </a:prstGeom>
          <a:solidFill>
            <a:srgbClr val="D06965">
              <a:alpha val="35000"/>
            </a:srgbClr>
          </a:solidFill>
          <a:ln w="12700">
            <a:solidFill>
              <a:srgbClr val="D06965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-914400" y="4663440"/>
            <a:ext cx="4206240" cy="4206240"/>
          </a:xfrm>
          <a:prstGeom prst="ellipse">
            <a:avLst/>
          </a:prstGeom>
          <a:solidFill>
            <a:srgbClr val="962D27">
              <a:alpha val="22000"/>
            </a:srgbClr>
          </a:solidFill>
          <a:ln w="12700">
            <a:solidFill>
              <a:srgbClr val="962D27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0"/>
            <a:ext cx="12191695" cy="256032"/>
          </a:xfrm>
          <a:prstGeom prst="rect">
            <a:avLst/>
          </a:prstGeom>
          <a:solidFill>
            <a:srgbClr val="70201D"/>
          </a:solidFill>
          <a:ln w="12700">
            <a:solidFill>
              <a:srgbClr val="70201D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868680"/>
            <a:ext cx="10515600" cy="4663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5E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234440" y="1371600"/>
            <a:ext cx="969264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0C0C0C"/>
                </a:solidFill>
                <a:latin typeface="DM Serif Display" pitchFamily="34" charset="0"/>
                <a:ea typeface="DM Serif Display" pitchFamily="34" charset="-122"/>
                <a:cs typeface="DM Serif Display" pitchFamily="34" charset="-120"/>
              </a:rPr>
              <a:t>Vibecoding Lessons from My First Project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1234440" y="2926080"/>
            <a:ext cx="93268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595959"/>
                </a:solidFill>
              </a:rPr>
              <a:t>Building a MERN app in minutes, production in days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1234440" y="3840480"/>
            <a:ext cx="2926080" cy="91440"/>
          </a:xfrm>
          <a:prstGeom prst="rect">
            <a:avLst/>
          </a:prstGeom>
          <a:solidFill>
            <a:srgbClr val="70201D"/>
          </a:solidFill>
          <a:ln w="12700">
            <a:solidFill>
              <a:srgbClr val="70201D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 w="12700">
            <a:solidFill>
              <a:srgbClr val="F5F5F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412480" y="-548640"/>
            <a:ext cx="3840480" cy="3840480"/>
          </a:xfrm>
          <a:prstGeom prst="ellipse">
            <a:avLst/>
          </a:prstGeom>
          <a:solidFill>
            <a:srgbClr val="D06965">
              <a:alpha val="35000"/>
            </a:srgbClr>
          </a:solidFill>
          <a:ln w="12700">
            <a:solidFill>
              <a:srgbClr val="D06965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-914400" y="4663440"/>
            <a:ext cx="4206240" cy="4206240"/>
          </a:xfrm>
          <a:prstGeom prst="ellipse">
            <a:avLst/>
          </a:prstGeom>
          <a:solidFill>
            <a:srgbClr val="962D27">
              <a:alpha val="22000"/>
            </a:srgbClr>
          </a:solidFill>
          <a:ln w="12700">
            <a:solidFill>
              <a:srgbClr val="962D27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0"/>
            <a:ext cx="12191695" cy="256032"/>
          </a:xfrm>
          <a:prstGeom prst="rect">
            <a:avLst/>
          </a:prstGeom>
          <a:solidFill>
            <a:srgbClr val="70201D"/>
          </a:solidFill>
          <a:ln w="12700">
            <a:solidFill>
              <a:srgbClr val="70201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548640"/>
            <a:ext cx="10789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C0C0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Vibecoding: What I Learned in My First Project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822960" y="1097280"/>
            <a:ext cx="6400800" cy="5120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5E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97280" y="1463040"/>
            <a:ext cx="566928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0C0C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Built a full MERN app in &lt;10 minutes after a 5+ year gap</a:t>
            </a:r>
            <a:endParaRPr lang="en-US" sz="180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0C0C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Context: Enterprise OpenAI Codex licenses just rolled out</a:t>
            </a:r>
            <a:endParaRPr lang="en-US" sz="180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0C0C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Goal: solve a real wallet problem fast, then harden it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0" y="6217920"/>
            <a:ext cx="12191695" cy="640080"/>
          </a:xfrm>
          <a:prstGeom prst="rect">
            <a:avLst/>
          </a:prstGeom>
          <a:solidFill>
            <a:srgbClr val="70201D"/>
          </a:solidFill>
          <a:ln w="12700">
            <a:solidFill>
              <a:srgbClr val="70201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31520" y="6327648"/>
            <a:ext cx="10789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Vibecoding compresses the first 10% of delivery to minutes.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 w="12700">
            <a:solidFill>
              <a:srgbClr val="F5F5F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412480" y="-548640"/>
            <a:ext cx="3840480" cy="3840480"/>
          </a:xfrm>
          <a:prstGeom prst="ellipse">
            <a:avLst/>
          </a:prstGeom>
          <a:solidFill>
            <a:srgbClr val="D06965">
              <a:alpha val="35000"/>
            </a:srgbClr>
          </a:solidFill>
          <a:ln w="12700">
            <a:solidFill>
              <a:srgbClr val="D06965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-914400" y="4663440"/>
            <a:ext cx="4206240" cy="4206240"/>
          </a:xfrm>
          <a:prstGeom prst="ellipse">
            <a:avLst/>
          </a:prstGeom>
          <a:solidFill>
            <a:srgbClr val="962D27">
              <a:alpha val="22000"/>
            </a:srgbClr>
          </a:solidFill>
          <a:ln w="12700">
            <a:solidFill>
              <a:srgbClr val="962D27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0"/>
            <a:ext cx="12191695" cy="256032"/>
          </a:xfrm>
          <a:prstGeom prst="rect">
            <a:avLst/>
          </a:prstGeom>
          <a:solidFill>
            <a:srgbClr val="70201D"/>
          </a:solidFill>
          <a:ln w="12700">
            <a:solidFill>
              <a:srgbClr val="70201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548640"/>
            <a:ext cx="10789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C0C0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Problem + The Demo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822960" y="1097280"/>
            <a:ext cx="6400800" cy="5120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5E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97280" y="1463040"/>
            <a:ext cx="566928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0C0C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 link: `https://lnkd.in/ew2dtgms`</a:t>
            </a:r>
            <a:endParaRPr lang="en-US" sz="180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0C0C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Repo for bugs: `https://lnkd.in/ejAyzACp`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7498080" y="1097280"/>
            <a:ext cx="4023360" cy="5120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5E5"/>
            </a:solidFill>
            <a:prstDash val="solid"/>
          </a:ln>
        </p:spPr>
      </p:sp>
      <p:pic>
        <p:nvPicPr>
          <p:cNvPr id="10" name="Image 0" descr="/Users/sdutta406/Repositories/whats-in-your-wallet/slides/assets/demo-screensho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35240" y="1325880"/>
            <a:ext cx="3749040" cy="4663440"/>
          </a:xfrm>
          <a:prstGeom prst="rect">
            <a:avLst/>
          </a:prstGeom>
        </p:spPr>
      </p:pic>
      <p:sp>
        <p:nvSpPr>
          <p:cNvPr id="11" name="Shape 8"/>
          <p:cNvSpPr/>
          <p:nvPr/>
        </p:nvSpPr>
        <p:spPr>
          <a:xfrm>
            <a:off x="0" y="6217920"/>
            <a:ext cx="12191695" cy="640080"/>
          </a:xfrm>
          <a:prstGeom prst="rect">
            <a:avLst/>
          </a:prstGeom>
          <a:solidFill>
            <a:srgbClr val="70201D"/>
          </a:solidFill>
          <a:ln w="12700">
            <a:solidFill>
              <a:srgbClr val="70201D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731520" y="6327648"/>
            <a:ext cx="10789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 pain + real demo = instant buy‑in.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 w="12700">
            <a:solidFill>
              <a:srgbClr val="F5F5F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412480" y="-548640"/>
            <a:ext cx="3840480" cy="3840480"/>
          </a:xfrm>
          <a:prstGeom prst="ellipse">
            <a:avLst/>
          </a:prstGeom>
          <a:solidFill>
            <a:srgbClr val="D06965">
              <a:alpha val="35000"/>
            </a:srgbClr>
          </a:solidFill>
          <a:ln w="12700">
            <a:solidFill>
              <a:srgbClr val="D06965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-914400" y="4663440"/>
            <a:ext cx="4206240" cy="4206240"/>
          </a:xfrm>
          <a:prstGeom prst="ellipse">
            <a:avLst/>
          </a:prstGeom>
          <a:solidFill>
            <a:srgbClr val="962D27">
              <a:alpha val="22000"/>
            </a:srgbClr>
          </a:solidFill>
          <a:ln w="12700">
            <a:solidFill>
              <a:srgbClr val="962D27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0"/>
            <a:ext cx="12191695" cy="256032"/>
          </a:xfrm>
          <a:prstGeom prst="rect">
            <a:avLst/>
          </a:prstGeom>
          <a:solidFill>
            <a:srgbClr val="70201D"/>
          </a:solidFill>
          <a:ln w="12700">
            <a:solidFill>
              <a:srgbClr val="70201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548640"/>
            <a:ext cx="10789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C0C0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Timeline: Speed vs. Production Reality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822960" y="1097280"/>
            <a:ext cx="6400800" cy="5120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5E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97280" y="1463040"/>
            <a:ext cx="566928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0C0C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minutes: working MVP</a:t>
            </a:r>
            <a:endParaRPr lang="en-US" sz="180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0C0C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day (intermittent): refine UX and logic</a:t>
            </a:r>
            <a:endParaRPr lang="en-US" sz="180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0C0C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few days (intermittent): production hardening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0" y="6217920"/>
            <a:ext cx="12191695" cy="640080"/>
          </a:xfrm>
          <a:prstGeom prst="rect">
            <a:avLst/>
          </a:prstGeom>
          <a:solidFill>
            <a:srgbClr val="70201D"/>
          </a:solidFill>
          <a:ln w="12700">
            <a:solidFill>
              <a:srgbClr val="70201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31520" y="6327648"/>
            <a:ext cx="10789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Minutes to build, days to make it durable.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 w="12700">
            <a:solidFill>
              <a:srgbClr val="F5F5F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412480" y="-548640"/>
            <a:ext cx="3840480" cy="3840480"/>
          </a:xfrm>
          <a:prstGeom prst="ellipse">
            <a:avLst/>
          </a:prstGeom>
          <a:solidFill>
            <a:srgbClr val="D06965">
              <a:alpha val="35000"/>
            </a:srgbClr>
          </a:solidFill>
          <a:ln w="12700">
            <a:solidFill>
              <a:srgbClr val="D06965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-914400" y="4663440"/>
            <a:ext cx="4206240" cy="4206240"/>
          </a:xfrm>
          <a:prstGeom prst="ellipse">
            <a:avLst/>
          </a:prstGeom>
          <a:solidFill>
            <a:srgbClr val="962D27">
              <a:alpha val="22000"/>
            </a:srgbClr>
          </a:solidFill>
          <a:ln w="12700">
            <a:solidFill>
              <a:srgbClr val="962D27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0"/>
            <a:ext cx="12191695" cy="256032"/>
          </a:xfrm>
          <a:prstGeom prst="rect">
            <a:avLst/>
          </a:prstGeom>
          <a:solidFill>
            <a:srgbClr val="70201D"/>
          </a:solidFill>
          <a:ln w="12700">
            <a:solidFill>
              <a:srgbClr val="70201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548640"/>
            <a:ext cx="10789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C0C0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Worked (and Why It Worked)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822960" y="1097280"/>
            <a:ext cx="6400800" cy="5120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5E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97280" y="1463040"/>
            <a:ext cx="566928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0C0C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Clear technical language kept Codex on track</a:t>
            </a:r>
            <a:endParaRPr lang="en-US" sz="180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0C0C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Fundamentals still mattered: CSS, Express.js, NoSQL, deployment</a:t>
            </a:r>
            <a:endParaRPr lang="en-US" sz="180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0C0C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Treat Codex like an SDE1: fast, helpful, needs direction and review</a:t>
            </a:r>
            <a:endParaRPr lang="en-US" sz="180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0C0C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 decisions still drive extensibility (Codex makes many of them)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0" y="6217920"/>
            <a:ext cx="12191695" cy="640080"/>
          </a:xfrm>
          <a:prstGeom prst="rect">
            <a:avLst/>
          </a:prstGeom>
          <a:solidFill>
            <a:srgbClr val="70201D"/>
          </a:solidFill>
          <a:ln w="12700">
            <a:solidFill>
              <a:srgbClr val="70201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31520" y="6327648"/>
            <a:ext cx="10789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Fundamentals + clear prompts compound speed.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 w="12700">
            <a:solidFill>
              <a:srgbClr val="F5F5F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412480" y="-548640"/>
            <a:ext cx="3840480" cy="3840480"/>
          </a:xfrm>
          <a:prstGeom prst="ellipse">
            <a:avLst/>
          </a:prstGeom>
          <a:solidFill>
            <a:srgbClr val="D06965">
              <a:alpha val="35000"/>
            </a:srgbClr>
          </a:solidFill>
          <a:ln w="12700">
            <a:solidFill>
              <a:srgbClr val="D06965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-914400" y="4663440"/>
            <a:ext cx="4206240" cy="4206240"/>
          </a:xfrm>
          <a:prstGeom prst="ellipse">
            <a:avLst/>
          </a:prstGeom>
          <a:solidFill>
            <a:srgbClr val="962D27">
              <a:alpha val="22000"/>
            </a:srgbClr>
          </a:solidFill>
          <a:ln w="12700">
            <a:solidFill>
              <a:srgbClr val="962D27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0"/>
            <a:ext cx="12191695" cy="256032"/>
          </a:xfrm>
          <a:prstGeom prst="rect">
            <a:avLst/>
          </a:prstGeom>
          <a:solidFill>
            <a:srgbClr val="70201D"/>
          </a:solidFill>
          <a:ln w="12700">
            <a:solidFill>
              <a:srgbClr val="70201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548640"/>
            <a:ext cx="10789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C0C0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Why Vibecoding Alone Isn’t Production-Safe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822960" y="1097280"/>
            <a:ext cx="6400800" cy="5120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5E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97280" y="1463040"/>
            <a:ext cx="566928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0C0C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`.gitignore` by default → easy to commit `.env` secrets</a:t>
            </a:r>
            <a:endParaRPr lang="en-US" sz="180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0C0C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Codex suggested a complex deploy path; a local session was simpler</a:t>
            </a:r>
            <a:endParaRPr lang="en-US" sz="180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0C0C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Dead code + legacy artifacts (e.g., vestigial Mongo) accumulate</a:t>
            </a:r>
            <a:endParaRPr lang="en-US" sz="180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0C0C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Debug loops can dig deeper holes, increasing tech debt</a:t>
            </a:r>
            <a:endParaRPr lang="en-US" sz="180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0C0C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Secrets scanning + linting</a:t>
            </a:r>
            <a:endParaRPr lang="en-US" sz="180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0C0C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Minimal architecture review up front</a:t>
            </a:r>
            <a:endParaRPr lang="en-US" sz="180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0C0C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Explicit acceptance tests before deploy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0" y="6217920"/>
            <a:ext cx="12191695" cy="640080"/>
          </a:xfrm>
          <a:prstGeom prst="rect">
            <a:avLst/>
          </a:prstGeom>
          <a:solidFill>
            <a:srgbClr val="70201D"/>
          </a:solidFill>
          <a:ln w="12700">
            <a:solidFill>
              <a:srgbClr val="70201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31520" y="6327648"/>
            <a:ext cx="10789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Without guardrails, speed becomes fragility.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 w="12700">
            <a:solidFill>
              <a:srgbClr val="F5F5F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412480" y="-548640"/>
            <a:ext cx="3840480" cy="3840480"/>
          </a:xfrm>
          <a:prstGeom prst="ellipse">
            <a:avLst/>
          </a:prstGeom>
          <a:solidFill>
            <a:srgbClr val="D06965">
              <a:alpha val="35000"/>
            </a:srgbClr>
          </a:solidFill>
          <a:ln w="12700">
            <a:solidFill>
              <a:srgbClr val="D06965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-914400" y="4663440"/>
            <a:ext cx="4206240" cy="4206240"/>
          </a:xfrm>
          <a:prstGeom prst="ellipse">
            <a:avLst/>
          </a:prstGeom>
          <a:solidFill>
            <a:srgbClr val="962D27">
              <a:alpha val="22000"/>
            </a:srgbClr>
          </a:solidFill>
          <a:ln w="12700">
            <a:solidFill>
              <a:srgbClr val="962D27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0"/>
            <a:ext cx="12191695" cy="256032"/>
          </a:xfrm>
          <a:prstGeom prst="rect">
            <a:avLst/>
          </a:prstGeom>
          <a:solidFill>
            <a:srgbClr val="70201D"/>
          </a:solidFill>
          <a:ln w="12700">
            <a:solidFill>
              <a:srgbClr val="70201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548640"/>
            <a:ext cx="10789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C0C0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Disclaimer: This Deck Was Vibecoded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822960" y="1097280"/>
            <a:ext cx="6400800" cy="5120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5E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97280" y="1463040"/>
            <a:ext cx="566928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0C0C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Built with the same workflow as the app (Codex + light human review)</a:t>
            </a:r>
            <a:endParaRPr lang="en-US" sz="180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0C0C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 iterations were prompted, generated, and refined in minutes</a:t>
            </a:r>
            <a:endParaRPr lang="en-US" sz="180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0C0C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Final structure, takeaways, and edits are still mine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0" y="6217920"/>
            <a:ext cx="12191695" cy="640080"/>
          </a:xfrm>
          <a:prstGeom prst="rect">
            <a:avLst/>
          </a:prstGeom>
          <a:solidFill>
            <a:srgbClr val="70201D"/>
          </a:solidFill>
          <a:ln w="12700">
            <a:solidFill>
              <a:srgbClr val="70201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31520" y="6327648"/>
            <a:ext cx="10789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the deck is good, credit the human review.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 w="12700">
            <a:solidFill>
              <a:srgbClr val="F5F5F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412480" y="-548640"/>
            <a:ext cx="3840480" cy="3840480"/>
          </a:xfrm>
          <a:prstGeom prst="ellipse">
            <a:avLst/>
          </a:prstGeom>
          <a:solidFill>
            <a:srgbClr val="D06965">
              <a:alpha val="35000"/>
            </a:srgbClr>
          </a:solidFill>
          <a:ln w="12700">
            <a:solidFill>
              <a:srgbClr val="D06965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-914400" y="4663440"/>
            <a:ext cx="4206240" cy="4206240"/>
          </a:xfrm>
          <a:prstGeom prst="ellipse">
            <a:avLst/>
          </a:prstGeom>
          <a:solidFill>
            <a:srgbClr val="962D27">
              <a:alpha val="22000"/>
            </a:srgbClr>
          </a:solidFill>
          <a:ln w="12700">
            <a:solidFill>
              <a:srgbClr val="962D27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0"/>
            <a:ext cx="12191695" cy="256032"/>
          </a:xfrm>
          <a:prstGeom prst="rect">
            <a:avLst/>
          </a:prstGeom>
          <a:solidFill>
            <a:srgbClr val="70201D"/>
          </a:solidFill>
          <a:ln w="12700">
            <a:solidFill>
              <a:srgbClr val="70201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548640"/>
            <a:ext cx="10789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C0C0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I Learned About the Card / Churning Game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822960" y="1097280"/>
            <a:ext cx="6400800" cy="5120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5E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97280" y="1463040"/>
            <a:ext cx="566928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0C0C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NYC‑sized rent, Bilt is hard to beat on pure points value</a:t>
            </a:r>
            <a:endParaRPr lang="en-US" sz="180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0C0C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Rent points tend to dominate the portfolio economics</a:t>
            </a:r>
            <a:endParaRPr lang="en-US" sz="180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0C0C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right “everyday” card matters less once rent is optimized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0" y="6217920"/>
            <a:ext cx="12191695" cy="640080"/>
          </a:xfrm>
          <a:prstGeom prst="rect">
            <a:avLst/>
          </a:prstGeom>
          <a:solidFill>
            <a:srgbClr val="70201D"/>
          </a:solidFill>
          <a:ln w="12700">
            <a:solidFill>
              <a:srgbClr val="70201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31520" y="6327648"/>
            <a:ext cx="10789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Maxing Bilt for rent usually wins when rent is large.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Georg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Codex</dc:creator>
  <cp:lastModifiedBy>Codex</cp:lastModifiedBy>
  <cp:revision>1</cp:revision>
  <dcterms:created xsi:type="dcterms:W3CDTF">2026-02-14T04:11:20Z</dcterms:created>
  <dcterms:modified xsi:type="dcterms:W3CDTF">2026-02-14T04:11:20Z</dcterms:modified>
</cp:coreProperties>
</file>